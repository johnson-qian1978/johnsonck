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坚持问题靶向发力 助推热线运营长效向好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聚焦首问办结 提升人员在线解决能力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工作汇报 - 2026 年 4 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72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问题背景与挑战</a:t>
            </a:r>
            <a:pPr algn="l" marL="203200" indent="-2032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三阶段推进策略</a:t>
            </a:r>
            <a:pPr algn="l" marL="203200" indent="-2032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三大核心举措</a:t>
            </a:r>
            <a:pPr algn="l" marL="203200" indent="-2032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制度保障</a:t>
            </a:r>
            <a:pPr algn="l" marL="203200" indent="-2032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成效与展望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问题背景与挑战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新员工大批量入职 - 回迁初期人员快速扩充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技能水平偏低 - 业务能力不足，首问解决率低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接续辅导少 - 缺乏一对一指导</a:t>
            </a:r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提单率高 - 问题升级到上级部门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解决思路：以首问办结为核心牵引，结合话务场景特点，动态优化流程规范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坚持问题靶向发力 助推热线运营长效向好</dc:title>
  <dc:subject>坚持问题靶向发力 助推热线运营长效向好</dc:subject>
  <dc:creator>Codex PPT Maker</dc:creator>
  <cp:lastModifiedBy>Codex PPT Maker</cp:lastModifiedBy>
  <cp:revision>1</cp:revision>
  <dcterms:created xsi:type="dcterms:W3CDTF">2026-04-07T01:49:29Z</dcterms:created>
  <dcterms:modified xsi:type="dcterms:W3CDTF">2026-04-07T01:49:29Z</dcterms:modified>
</cp:coreProperties>
</file>